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871a4c03d0408c" /><Relationship Type="http://schemas.openxmlformats.org/officeDocument/2006/relationships/extended-properties" Target="/docProps/app.xml" Id="R0e21444f2e6248dc" /><Relationship Type="http://schemas.openxmlformats.org/officeDocument/2006/relationships/officeDocument" Target="/ppt/presentation.xml" Id="R35f5211aa6774a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131576191641b7"/>
  </p:sldMasterIdLst>
  <p:notesMasterIdLst>
    <p:notesMasterId xmlns:r="http://schemas.openxmlformats.org/officeDocument/2006/relationships" r:id="Rc75f9c8b2a79497d"/>
  </p:notesMasterIdLst>
  <p:sldIdLst>
    <p:sldId xmlns:r="http://schemas.openxmlformats.org/officeDocument/2006/relationships" id="256" r:id="R0e80af6f36e642c4"/>
    <p:sldId xmlns:r="http://schemas.openxmlformats.org/officeDocument/2006/relationships" id="257" r:id="R97f9660646ce49da"/>
    <p:sldId xmlns:r="http://schemas.openxmlformats.org/officeDocument/2006/relationships" id="258" r:id="Rdb3e731262534102"/>
    <p:sldId xmlns:r="http://schemas.openxmlformats.org/officeDocument/2006/relationships" id="259" r:id="R97858df29e60484b"/>
    <p:sldId xmlns:r="http://schemas.openxmlformats.org/officeDocument/2006/relationships" id="260" r:id="R84e28e70d6534e5e"/>
    <p:sldId xmlns:r="http://schemas.openxmlformats.org/officeDocument/2006/relationships" id="261" r:id="R2d124e6a6c034aee"/>
    <p:sldId xmlns:r="http://schemas.openxmlformats.org/officeDocument/2006/relationships" id="262" r:id="Re0bb07f8782a48c2"/>
    <p:sldId xmlns:r="http://schemas.openxmlformats.org/officeDocument/2006/relationships" id="263" r:id="Refa261316de54feb"/>
    <p:sldId xmlns:r="http://schemas.openxmlformats.org/officeDocument/2006/relationships" id="264" r:id="Re1eb9ab0d7894dc1"/>
    <p:sldId xmlns:r="http://schemas.openxmlformats.org/officeDocument/2006/relationships" id="265" r:id="Rfd59df69c4444835"/>
    <p:sldId xmlns:r="http://schemas.openxmlformats.org/officeDocument/2006/relationships" id="266" r:id="Re2dc00c5998c42c7"/>
    <p:sldId xmlns:r="http://schemas.openxmlformats.org/officeDocument/2006/relationships" id="267" r:id="R7fcc10fd44d84a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067d67f504844" /><Relationship Type="http://schemas.openxmlformats.org/officeDocument/2006/relationships/slideMaster" Target="/ppt/slideMasters/slideMaster1.xml" Id="Rbe131576191641b7" /><Relationship Type="http://schemas.openxmlformats.org/officeDocument/2006/relationships/notesMaster" Target="/ppt/notesMasters/notesMaster1.xml" Id="Rc75f9c8b2a79497d" /><Relationship Type="http://schemas.openxmlformats.org/officeDocument/2006/relationships/presProps" Target="/ppt/presProps.xml" Id="Rf9840570841a4fc3" /><Relationship Type="http://schemas.openxmlformats.org/officeDocument/2006/relationships/viewProps" Target="/ppt/viewProps.xml" Id="R55d7b4ad31764083" /><Relationship Type="http://schemas.openxmlformats.org/officeDocument/2006/relationships/tableStyles" Target="/ppt/tableStyles.xml" Id="Re31e90ea15bb4592" /><Relationship Type="http://schemas.openxmlformats.org/officeDocument/2006/relationships/slide" Target="/ppt/slides/slide1.xml" Id="R0e80af6f36e642c4" /><Relationship Type="http://schemas.openxmlformats.org/officeDocument/2006/relationships/slide" Target="/ppt/slides/slide2.xml" Id="R97f9660646ce49da" /><Relationship Type="http://schemas.openxmlformats.org/officeDocument/2006/relationships/slide" Target="/ppt/slides/slide3.xml" Id="Rdb3e731262534102" /><Relationship Type="http://schemas.openxmlformats.org/officeDocument/2006/relationships/slide" Target="/ppt/slides/slide4.xml" Id="R97858df29e60484b" /><Relationship Type="http://schemas.openxmlformats.org/officeDocument/2006/relationships/slide" Target="/ppt/slides/slide5.xml" Id="R84e28e70d6534e5e" /><Relationship Type="http://schemas.openxmlformats.org/officeDocument/2006/relationships/slide" Target="/ppt/slides/slide6.xml" Id="R2d124e6a6c034aee" /><Relationship Type="http://schemas.openxmlformats.org/officeDocument/2006/relationships/slide" Target="/ppt/slides/slide7.xml" Id="Re0bb07f8782a48c2" /><Relationship Type="http://schemas.openxmlformats.org/officeDocument/2006/relationships/slide" Target="/ppt/slides/slide8.xml" Id="Refa261316de54feb" /><Relationship Type="http://schemas.openxmlformats.org/officeDocument/2006/relationships/slide" Target="/ppt/slides/slide9.xml" Id="Re1eb9ab0d7894dc1" /><Relationship Type="http://schemas.openxmlformats.org/officeDocument/2006/relationships/slide" Target="/ppt/slides/slide10.xml" Id="Rfd59df69c4444835" /><Relationship Type="http://schemas.openxmlformats.org/officeDocument/2006/relationships/slide" Target="/ppt/slides/slide11.xml" Id="Re2dc00c5998c42c7" /><Relationship Type="http://schemas.openxmlformats.org/officeDocument/2006/relationships/slide" Target="/ppt/slides/slide12.xml" Id="R7fcc10fd44d8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cb3f801ce4a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40127843048db" /><Relationship Type="http://schemas.openxmlformats.org/officeDocument/2006/relationships/notesMaster" Target="/ppt/notesMasters/notesMaster1.xml" Id="R05d4b6be731344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428efde844687" /><Relationship Type="http://schemas.openxmlformats.org/officeDocument/2006/relationships/notesMaster" Target="/ppt/notesMasters/notesMaster1.xml" Id="Re4832842f0594b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aeb3b576e2486b" /><Relationship Type="http://schemas.openxmlformats.org/officeDocument/2006/relationships/notesMaster" Target="/ppt/notesMasters/notesMaster1.xml" Id="R970d547413354c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481e2f172b49df" /><Relationship Type="http://schemas.openxmlformats.org/officeDocument/2006/relationships/notesMaster" Target="/ppt/notesMasters/notesMaster1.xml" Id="Re381bbe43c8c42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14b088aa7404b" /><Relationship Type="http://schemas.openxmlformats.org/officeDocument/2006/relationships/notesMaster" Target="/ppt/notesMasters/notesMaster1.xml" Id="R455bdf83031b47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4d6c24554243b4" /><Relationship Type="http://schemas.openxmlformats.org/officeDocument/2006/relationships/notesMaster" Target="/ppt/notesMasters/notesMaster1.xml" Id="Ra9811c9909f847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6a539a8b754d99" /><Relationship Type="http://schemas.openxmlformats.org/officeDocument/2006/relationships/notesMaster" Target="/ppt/notesMasters/notesMaster1.xml" Id="R096a00064b85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9b8e53cf954164" /><Relationship Type="http://schemas.openxmlformats.org/officeDocument/2006/relationships/notesMaster" Target="/ppt/notesMasters/notesMaster1.xml" Id="R03f6e67d5af54e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4cf83eb0324b93" /><Relationship Type="http://schemas.openxmlformats.org/officeDocument/2006/relationships/notesMaster" Target="/ppt/notesMasters/notesMaster1.xml" Id="R5efa948de8874b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6b797890f24312" /><Relationship Type="http://schemas.openxmlformats.org/officeDocument/2006/relationships/notesMaster" Target="/ppt/notesMasters/notesMaster1.xml" Id="R9fd0ec3fa31d46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de00d5b6d4605" /><Relationship Type="http://schemas.openxmlformats.org/officeDocument/2006/relationships/notesMaster" Target="/ppt/notesMasters/notesMaster1.xml" Id="R3bde499ab7a24a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7d7aea1b8f429a" /><Relationship Type="http://schemas.openxmlformats.org/officeDocument/2006/relationships/notesMaster" Target="/ppt/notesMasters/notesMaster1.xml" Id="Ra5609c9a382440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b9a0304eb48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c939e5a7004579" /><Relationship Type="http://schemas.openxmlformats.org/officeDocument/2006/relationships/slideLayout" Target="/ppt/slideLayouts/slideLayout1.xml" Id="Rcfa2a72fa61643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a2a72fa61643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32727c9ab4dca" /><Relationship Type="http://schemas.openxmlformats.org/officeDocument/2006/relationships/notesSlide" Target="/ppt/notesSlides/notesSlide1.xml" Id="R384ba819f556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5a63110874b13" /><Relationship Type="http://schemas.openxmlformats.org/officeDocument/2006/relationships/notesSlide" Target="/ppt/notesSlides/notesSlide2.xml" Id="Rcd67fa33b60a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5e2aec4bf4ed4" /><Relationship Type="http://schemas.openxmlformats.org/officeDocument/2006/relationships/image" Target="/ppt/media/image.png" Id="R11d7324085754c7d" /><Relationship Type="http://schemas.openxmlformats.org/officeDocument/2006/relationships/image" Target="/ppt/media/image.svg" Id="R7d576100d0714e21" /><Relationship Type="http://schemas.openxmlformats.org/officeDocument/2006/relationships/image" Target="/ppt/media/image2.png" Id="R594209aa983e4550" /><Relationship Type="http://schemas.openxmlformats.org/officeDocument/2006/relationships/image" Target="/ppt/media/image2.svg" Id="R3f7ec2f8fbf34796" /><Relationship Type="http://schemas.openxmlformats.org/officeDocument/2006/relationships/image" Target="/ppt/media/image3.png" Id="R09adc6ef91c54c35" /><Relationship Type="http://schemas.openxmlformats.org/officeDocument/2006/relationships/image" Target="/ppt/media/image3.svg" Id="Rba26cc5fd5fe4b27" /><Relationship Type="http://schemas.openxmlformats.org/officeDocument/2006/relationships/image" Target="/ppt/media/image4.png" Id="R5feb777ebaae423e" /><Relationship Type="http://schemas.openxmlformats.org/officeDocument/2006/relationships/image" Target="/ppt/media/image4.svg" Id="Rf7c4a7bda2b543aa" /><Relationship Type="http://schemas.openxmlformats.org/officeDocument/2006/relationships/image" Target="/ppt/media/image5.png" Id="Raa1ef1a9321a43b7" /><Relationship Type="http://schemas.openxmlformats.org/officeDocument/2006/relationships/image" Target="/ppt/media/image5.svg" Id="Ra5d64627f9064c67" /><Relationship Type="http://schemas.openxmlformats.org/officeDocument/2006/relationships/image" Target="/ppt/media/image6.png" Id="Reb16ec76241543c7" /><Relationship Type="http://schemas.openxmlformats.org/officeDocument/2006/relationships/image" Target="/ppt/media/image6.svg" Id="Re08265de47b94f1a" /><Relationship Type="http://schemas.openxmlformats.org/officeDocument/2006/relationships/image" Target="/ppt/media/image7.png" Id="R596ad5378e764752" /><Relationship Type="http://schemas.openxmlformats.org/officeDocument/2006/relationships/image" Target="/ppt/media/image7.svg" Id="Rf4299245a36e460a" /><Relationship Type="http://schemas.openxmlformats.org/officeDocument/2006/relationships/image" Target="/ppt/media/image8.png" Id="Rae8b5659866f4c21" /><Relationship Type="http://schemas.openxmlformats.org/officeDocument/2006/relationships/image" Target="/ppt/media/image8.svg" Id="R5e001019bc464c5f" /><Relationship Type="http://schemas.openxmlformats.org/officeDocument/2006/relationships/image" Target="/ppt/media/image9.png" Id="Rd328fc3ce70a410f" /><Relationship Type="http://schemas.openxmlformats.org/officeDocument/2006/relationships/image" Target="/ppt/media/image9.svg" Id="R5d041b89a7c14901" /><Relationship Type="http://schemas.openxmlformats.org/officeDocument/2006/relationships/notesSlide" Target="/ppt/notesSlides/notesSlide3.xml" Id="Ref4eb5ec60dd4c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82d34a9ca41f0" /><Relationship Type="http://schemas.openxmlformats.org/officeDocument/2006/relationships/notesSlide" Target="/ppt/notesSlides/notesSlide4.xml" Id="Re17701ea7a684f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218ee70dd4f18" /><Relationship Type="http://schemas.openxmlformats.org/officeDocument/2006/relationships/notesSlide" Target="/ppt/notesSlides/notesSlide5.xml" Id="Rd2b298db668f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0ebc32bed40af" /><Relationship Type="http://schemas.openxmlformats.org/officeDocument/2006/relationships/notesSlide" Target="/ppt/notesSlides/notesSlide6.xml" Id="R78428bb23be44a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b43abd8e14af9" /><Relationship Type="http://schemas.openxmlformats.org/officeDocument/2006/relationships/notesSlide" Target="/ppt/notesSlides/notesSlide7.xml" Id="R8736d699efb847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59a27e7f64d15" /><Relationship Type="http://schemas.openxmlformats.org/officeDocument/2006/relationships/notesSlide" Target="/ppt/notesSlides/notesSlide8.xml" Id="Rc515dd0539b743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15889c0e64cbb" /><Relationship Type="http://schemas.openxmlformats.org/officeDocument/2006/relationships/image" Target="/ppt/media/image10.png" Id="R838687d45e3b4401" /><Relationship Type="http://schemas.openxmlformats.org/officeDocument/2006/relationships/image" Target="/ppt/media/image10.svg" Id="R71667fef938d4283" /><Relationship Type="http://schemas.openxmlformats.org/officeDocument/2006/relationships/image" Target="/ppt/media/image11.png" Id="R0755eb51afce495a" /><Relationship Type="http://schemas.openxmlformats.org/officeDocument/2006/relationships/image" Target="/ppt/media/image11.svg" Id="Re46564117d6d4734" /><Relationship Type="http://schemas.openxmlformats.org/officeDocument/2006/relationships/image" Target="/ppt/media/image12.png" Id="R652a505993664d27" /><Relationship Type="http://schemas.openxmlformats.org/officeDocument/2006/relationships/image" Target="/ppt/media/image12.svg" Id="Ra936d9cfcded4d52" /><Relationship Type="http://schemas.openxmlformats.org/officeDocument/2006/relationships/notesSlide" Target="/ppt/notesSlides/notesSlide9.xml" Id="Rba29577beea449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9d4ca71b04879" /><Relationship Type="http://schemas.openxmlformats.org/officeDocument/2006/relationships/notesSlide" Target="/ppt/notesSlides/notesSlide10.xml" Id="Ra5d7b87cb7534a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eccc5a685407f" /><Relationship Type="http://schemas.openxmlformats.org/officeDocument/2006/relationships/notesSlide" Target="/ppt/notesSlides/notesSlide11.xml" Id="R68fb8f188b1f41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8dfc2e2e74d4e" /><Relationship Type="http://schemas.openxmlformats.org/officeDocument/2006/relationships/image" Target="/ppt/media/image13.png" Id="R8c7c2ece9e544d2f" /><Relationship Type="http://schemas.openxmlformats.org/officeDocument/2006/relationships/image" Target="/ppt/media/image13.svg" Id="R74974071f61f46f6" /><Relationship Type="http://schemas.openxmlformats.org/officeDocument/2006/relationships/image" Target="/ppt/media/image14.png" Id="R5123578b20234328" /><Relationship Type="http://schemas.openxmlformats.org/officeDocument/2006/relationships/image" Target="/ppt/media/image14.svg" Id="R35f9d73ccbba4f0e" /><Relationship Type="http://schemas.openxmlformats.org/officeDocument/2006/relationships/image" Target="/ppt/media/image15.png" Id="Re49690b354aa45df" /><Relationship Type="http://schemas.openxmlformats.org/officeDocument/2006/relationships/image" Target="/ppt/media/image15.svg" Id="R83d5520ad54d41df" /><Relationship Type="http://schemas.openxmlformats.org/officeDocument/2006/relationships/image" Target="/ppt/media/image16.png" Id="R7974cb7e96ee46aa" /><Relationship Type="http://schemas.openxmlformats.org/officeDocument/2006/relationships/image" Target="/ppt/media/image16.svg" Id="R082eaebf492740a4" /><Relationship Type="http://schemas.openxmlformats.org/officeDocument/2006/relationships/image" Target="/ppt/media/image17.png" Id="R6c32e8d0b0084d8e" /><Relationship Type="http://schemas.openxmlformats.org/officeDocument/2006/relationships/image" Target="/ppt/media/image17.svg" Id="R7d9d14f75df44bfb" /><Relationship Type="http://schemas.openxmlformats.org/officeDocument/2006/relationships/notesSlide" Target="/ppt/notesSlides/notesSlide12.xml" Id="R4e2062b1f19d4e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F3D98-212E-48D4-AB8A-962E9637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D13EE-309B-4634-B3D8-EF7D0E44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189BE-D497-4C8C-B379-977C98EB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82AEC-0D1B-4E3B-BB6B-C02F612D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C685F-45ED-4FBE-842E-A75D2697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CD63E-0D22-4EE6-9DDB-492F99FC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5B81B-19FD-413F-929D-5F70719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DB5C8-5B3C-4F4D-B7ED-612471A2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7740B-6115-4AD9-A317-5560535B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B0094-4585-4C6B-AA1E-72512C11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9B8AD-056D-4163-A7F2-39503130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F9803-375A-45B6-B1EC-E9A455BB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4764A-7F8A-4BD5-8DBA-0057EB66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CC83F-786A-41BD-95A2-57438E85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41134-7C51-4415-9CC4-223C7DDC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863A1-5C3B-4BE0-8B3B-82D1BCC3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E6F2E-C36E-4D0A-8CE0-EB81178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2C6E4-0736-4CB3-94A1-8718B3F3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E1642-C346-4607-BC7C-FB1D158C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6F2E9-E96F-4B5C-85D3-F4077DBA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AB1C2-54C3-4B24-8326-FC7B4183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82DC1-B43D-4C3A-9B16-C8A262D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8DF97-E53C-41DB-8B8D-E23BD4BE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1FCF1-5585-41E2-946B-DEEE240B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0F5BB-B34A-4DB6-8460-293B2F10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A66495-1BA1-4A3A-9BED-90EEC064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6F808-27AB-4A2C-9E1D-9A110643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E4CF5-6DBD-479A-B647-3F69D00A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E06F2-7488-4CB9-BB40-FDA1CE88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F892E-F8DE-446B-B5C8-F863E3B8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2A3D8-0527-4E31-948F-6DC5D483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7914E-4568-4D4C-917A-822C4520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427A8E-CCD6-413B-905D-DBEBE583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F9B91B-FCFC-4280-8E71-FE11C8B7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01 / 项目定位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D7A420-BEB4-4687-B010-B978908B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84060E-B8EF-4778-84E8-531C0A8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06930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9B9712-4237-4D62-9C03-06A8ABB3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06930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1D9075-9386-4EBB-B8F8-538EB0B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110" y="2106930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68A247-19F5-4930-9617-106D7877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110" y="2106930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A6F627-9C6D-4E39-A99D-1A8F8735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106930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3E6A14-D355-40BA-9912-E617439F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106930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26BE93-D36D-4AC2-9F11-69BEACEB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30" y="1644015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9E589C-35C4-4E74-A41F-721FB88A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30" y="1644015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97B52C-A8E8-4891-A80A-4F3CCDD1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590" y="1644015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D327BC-884C-4F1A-ACF6-393CF826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590" y="1644015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4D9F42-88FE-4E62-B15B-7C047C6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44015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2B43B3-FFB0-44E2-BA41-DBFFDA3D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44015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7E65C-1B7B-4783-B6A8-828ACB1B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110" y="1181100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9EA602-3023-4A01-AF95-750B6DB8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110" y="1181100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89542C-D911-49A1-9466-FD750842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1181100"/>
            <a:ext cx="72009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424642-6116-42B3-9249-470CF4A8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1181100"/>
            <a:ext cx="72009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9EDA55-3A51-4480-8467-3C391B0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2FFC63-EB81-40DC-A072-75DDBD35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7895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5441D0-7374-49A8-A18C-BDA8072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7895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719B74-1729-4994-89D6-F488589E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2207895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D11757-F884-4375-B9BC-B050E424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2207895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12A493-449B-4199-8BFB-2BB5A06B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207895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DED530-A94F-4011-8B19-0F59CCF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207895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D7DA08-A135-4E00-9506-28A86582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1770698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DF8647-5065-4EEB-B35E-D9037794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1770698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4FC60C-31BF-4738-A0A6-57482EB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110" y="1770698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5CD070-4F5E-4EFA-8988-E77AF7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110" y="1770698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39CD4C-A352-4034-A624-C7B9251F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70698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085AEB-E672-4C72-B97A-F8BEDF23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70698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F69AF9-72C2-4AAF-85D9-F4E91BC1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1333500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AE4DEE-C9FF-4BE9-9357-693909A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1333500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24A9E8-0AF8-4B84-A4DB-7C8C5A7F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333500"/>
            <a:ext cx="680085" cy="6800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7984A9-78BB-48EB-BC2F-9594D86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333500"/>
            <a:ext cx="680085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48BC0F-FC58-46E2-B6E7-087ABDAF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COURSE PROJECT PROTOTYPE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15A2D3-9F54-43CD-9E00-39551BE4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Minecraft LLM 建筑智能体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D3D3B4-BC28-4AA2-BFB2-5B90EFD3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用户输入自然语言需求，系统规划、评审、修正并导出 Minecraft Java 1.21 数据包。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A44097-EAEB-42BF-956C-DB98464F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核心主张：LLM 不直接摆方块，而是负责理解、规划、评审和迭代；程序化工具负责把建筑可靠落成。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98A51A-24FC-4032-91FF-FDFAD33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6096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8F8105-0D0F-4039-BC43-45EA199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766F2B-C315-43D2-9694-B9E6676C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586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demo input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B39E513-A4D3-4988-9C7E-9C324AA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5829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建一个江南两层小院，白墙黑瓦，带水池，室内有卧室客厅厨房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114FBA0-55EE-4F06-B6CA-8D7FC386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9525">
            <a:solidFill>
              <a:srgbClr val="2E8F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CA8381D-403C-412D-AEBF-F244F627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LLM planning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31F8D15-D65C-4689-A823-571ADF3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1965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BD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8F82AC-F5E8-43E1-B053-DF969D53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skill routing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93B956-DC32-4E74-9ED4-FF507D03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96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25F0265-B076-4642-B952-FB31969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programmatic build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73ECA7-DF97-47FA-99D8-8C01D38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196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8CF"/>
          </a:solidFill>
          <a:ln xmlns:a="http://schemas.openxmlformats.org/drawingml/2006/main" w="9525">
            <a:solidFill>
              <a:srgbClr val="B7563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7C2363-6FBD-4531-BB2D-16673C27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repair loop</a:t>
            </a:r>
          </a:p>
        </p:txBody>
      </p:sp>
    </p:spTree>
    <p:extLst>
      <p:ext uri="{BB962C8B-B14F-4D97-AF65-F5344CB8AC3E}">
        <p14:creationId xmlns:p14="http://schemas.microsoft.com/office/powerpoint/2010/main" val="16632034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4DB39-A1EA-4CEF-B195-EE94338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AC3C8-465C-43B9-9E80-95C38AF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6750A-342C-429B-8881-B68522A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C5EDA-D4E7-491D-B4EF-1D6FD4D4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8CD76-6D95-429D-A285-E73360CB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AF760-0575-4D21-8BDA-2F998A12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870BE-CDAF-4FB6-9FDE-01CF5466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3E61C-0C8F-46EF-91D8-4435F45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9B9F7-F4DE-4097-8747-F78FD928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3B9F6-C20F-41B4-8FE7-7BFDEE8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0634C-E10D-45D4-B967-3B7D202D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F3358-DFBC-4799-9A47-B306ED06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D4BA5-5DAF-41FA-8F0E-038B345B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FC69B-2EE6-452C-BB85-5F55CA3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A0428-6CB7-451D-8339-C664C89C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F112C-24AC-4A10-BEE5-A831A05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F9738-1B47-4F2E-B417-8FF0D05E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D133A-7835-4033-80AB-4492E974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62DD7-3425-4471-B864-7AFED3BC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8B90C-9DE8-407E-9ACF-32DA226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49454-9AAE-45CD-BE61-87F666A1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A92FD-9864-4DE2-A2DB-FFF9C68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AEB57-C417-462C-AFEE-0BF58EB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7EB5B-EC76-46FF-88B6-97380EE7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F6F0A-7D26-4857-BDC4-5127E201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54EBC-D315-4C0D-A37C-BEA1FCA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BF8D5-BFAE-4572-A62F-62259E0E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E5ABD6-9B23-4B2A-8249-182485B3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7A5DE-F757-41C9-A3AB-5E86980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49C560-6437-4234-9E74-96470A4F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80D11-0D2E-4413-B034-4A0EE426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9BFBB-3DE6-4BC8-9D53-F58D44A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940B3-BE42-4CC4-98D4-1EBAA681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9350DF-AC14-46B8-91AF-A3F3B4A3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02 / 课程要求映射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E73820-7896-4DBC-9158-035D89D3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08EA24-2D3D-419E-AF13-00507B17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POSITIONING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A6B454-2DA5-4C00-9EC2-212FADA3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把课程要求落到一个可运行的特定智能体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0F2F84-F945-4C29-8F92-11D7D11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不是泛泛调用 LLM，而是围绕 Minecraft 建筑生成设计了专用 agent 框架。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23D6F3-A556-4231-A1FF-9AE66076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00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408C8D-D2CA-440E-A994-19C44F8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146956-F038-40C5-8F61-5B626A1E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特定功能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1D2F29-6A16-4466-9B0A-CEC4C318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9146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输入：中文自然语言建房需求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输出：Minecraft Java 1.21 数据包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可运行：/reload + /function architect:build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可检查：blueprint / preview / run_report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7C79DA-0556-4B7B-A72E-0F9DB2CE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200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A25084-B622-4BF5-BD4C-92263952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BEE2E4-1012-4A35-B828-7EB2D23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431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商业代码智能体工具思想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EF26D9-BBD8-4D84-BB97-7015AE7E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29146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 Codex 快速搭建和迭代工程框架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每个 Agent 有清晰输入、输出和职责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规则兜底 + LLM 可插拔，保证演示稳定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报告记录每一步的来源和产物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CA9C2B-D7D1-468A-856A-38FDD830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200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C8D816-7BE9-40BC-BA09-8080433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6B6C03-2799-4863-B80A-6E4310C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431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skill / MCP 扩展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C75A9E-0EDA-4D30-9831-02A129A5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29146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skill：把建筑风格能力封装成可路由模块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MCP：把方块知识、预览、导出封装成工具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后续扩展时不需要推翻主流程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框架先跑通，能力再逐步丰富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7A4A34-55F3-4D8A-898C-A2532F6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937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9525">
            <a:solidFill>
              <a:srgbClr val="1D243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3B812C-D178-45C6-BA9F-16259EB8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29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项目包装：一个面向 Minecraft 的 LLM 建筑智能体，让 LLM 做方案思考，让工具做可靠落地。</a:t>
            </a:r>
          </a:p>
        </p:txBody>
      </p:sp>
    </p:spTree>
    <p:extLst>
      <p:ext uri="{BB962C8B-B14F-4D97-AF65-F5344CB8AC3E}">
        <p14:creationId xmlns:p14="http://schemas.microsoft.com/office/powerpoint/2010/main" val="13394713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CA03D-6728-4B00-87FE-7E28B4B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0979F-4E22-4A72-9F57-46647FB4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C8F56-6A97-4EDF-AF1F-2BEB8634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C9784-76DB-444B-9837-46E8D4C1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8C2D6-26AD-47DD-9F4C-97A1B2B0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927B9-5BCC-4622-8422-563BB6D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C8C5C-F77C-400F-97C0-E6CE9B62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D4896-375B-411E-B893-C109BAF7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33955-2161-462C-B7D0-D477D1B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97777-F44A-4DD6-9C4F-DC018178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F457E-5786-4803-903B-2480BDB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42BD1-CAF6-4229-9E2D-6E3A6F1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06175-4DA7-4C82-ADC6-E3519C58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C4BFE-5921-4188-B606-35170C1C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96E6A-C587-465F-9FE8-E55945B8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D3D38-BCCA-4092-AC06-9583E6D2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0F4AD-A6EF-4D7B-8B77-5546E32E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E6596-A48A-4A41-86C7-DF050974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76424-344A-4FC5-AAA0-14BACC7D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71D51-D318-449B-AEC2-0DCCF7F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C43A2-FF38-4D33-8E93-D1DB2E36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B6382-3CEE-4194-8F60-DA08FF66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39BEF-CB5C-4FBD-9EAC-0D0BBBAC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5BA5F-0780-4556-BF85-C2758C8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E0AFB-D35B-4A86-9711-AA7D0293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DE309-AE92-494E-996C-CA91A89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943C5-6F56-40AD-ABD0-D5ED080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0E6B97-84B4-4F35-AFA4-CFE636DD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3E2C7A-BE79-4816-8BD5-BD6FF2D9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87529-096B-4E9D-A9D3-0FD8BE25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899672-E374-4598-977A-CE6E80EC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C330B-653E-4D14-912F-3650BBF4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E1B6F-9B9B-4994-9993-0944A37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FE68F-992D-4557-A6D6-7186155A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03 / 总体工作流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F407D0-AED9-4935-8512-841BBB0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70B6C8-27CE-4D06-BA4B-F7C4E33D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SYSTEM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7258A4-D29A-4831-B533-58B8CE8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从单向流水线升级为“生成-评价-修正”闭环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42077E-8F18-41DE-88F1-09ADD46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Validator 检查硬错误，Critic 评审软质量，Repair 做一次轻量修正。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8C3A9D-C454-4BD9-8267-9185A93E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7324085754c7d">
            <a:extLst>
              <a:ext uri="{96DAC541-7B7A-43D3-8B79-37D633B846F1}">
                <asvg:svgBlip xmlns:asvg="http://schemas.microsoft.com/office/drawing/2016/SVG/main" r:embed="R7d576100d0714e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1943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7C814B-FEF7-45C3-9471-7742134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1181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Requirement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C03A79-F7D7-46B2-AFA8-1AC4F67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理解需求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62A370-3F45-4723-B483-EED5FB89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098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E297DA-6AA8-4070-91C2-37445233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955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9C99F2-C791-4DFC-902B-33CD97A5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288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B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209aa983e4550">
            <a:extLst>
              <a:ext uri="{96DAC541-7B7A-43D3-8B79-37D633B846F1}">
                <asvg:svgBlip xmlns:asvg="http://schemas.microsoft.com/office/drawing/2016/SVG/main" r:embed="R3f7ec2f8fbf347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4650" y="1943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3E62BA-268E-4B99-A26C-7A5323B1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43100"/>
            <a:ext cx="1181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SkillRouter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C8B90D-42B5-4A3E-9EC6-A964DB79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7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选择建筑 skill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4DF1A0-7E10-4F5B-8467-2352C683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CD859F-A0AA-45E3-8C5A-32FF5D29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28EB6C-5ED4-4076-B7EE-32D0730C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288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dc6ef91c54c35">
            <a:extLst>
              <a:ext uri="{96DAC541-7B7A-43D3-8B79-37D633B846F1}">
                <asvg:svgBlip xmlns:asvg="http://schemas.microsoft.com/office/drawing/2016/SVG/main" r:embed="Rba26cc5fd5fe4b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81600" y="1943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7D1662-8E9D-40AD-86E9-BC6B3086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1181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8F67E8-0062-4728-8CB8-2AE2CC19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907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语义方案规划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EC7657-FDCA-4EDF-9872-016E0717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FBF610-37A9-4C08-B1C6-A1DDFC5A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8B7B6B-9F5D-4D63-9647-B563B64D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b777ebaae423e">
            <a:extLst>
              <a:ext uri="{96DAC541-7B7A-43D3-8B79-37D633B846F1}">
                <asvg:svgBlip xmlns:asvg="http://schemas.microsoft.com/office/drawing/2016/SVG/main" r:embed="Rf7c4a7bda2b543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48550" y="1943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252B67-53C6-4B72-A6B9-1615D53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1181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Designer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C4EB6D-8A1F-49C1-981A-BAB3795D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参数表生成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10DFA0-C937-4A26-86CD-4D5D36B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508AF4-29FD-4A08-AF81-39D766B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0F3F5C-5155-46EC-85F9-A8F47AC6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288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ef1a9321a43b7">
            <a:extLst>
              <a:ext uri="{96DAC541-7B7A-43D3-8B79-37D633B846F1}">
                <asvg:svgBlip xmlns:asvg="http://schemas.microsoft.com/office/drawing/2016/SVG/main" r:embed="Ra5d64627f9064c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0" y="1943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092E3E-18EB-4FF8-8139-7C66EC09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43100"/>
            <a:ext cx="1181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Blueprint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5CBFB3-CD8C-4DF3-97B7-676C9EB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方块蓝图生成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EAB0E9-05C2-4F8B-8D23-20F74212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862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6ec76241543c7">
            <a:extLst>
              <a:ext uri="{96DAC541-7B7A-43D3-8B79-37D633B846F1}">
                <asvg:svgBlip xmlns:asvg="http://schemas.microsoft.com/office/drawing/2016/SVG/main" r:embed="Re08265de47b94f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81175" y="4000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455889-1B0B-4289-935D-B7D04B0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00500"/>
            <a:ext cx="1295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Validator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BD94F8-F3F5-439D-8D98-CDE99E4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2481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硬校验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782E70-816E-4B50-BECB-2AB8BA8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672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D52BC7-E576-41B1-83C2-20F7162B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1529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8823E8-61DC-409F-BB86-FEB62C1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862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8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ad5378e764752">
            <a:extLst>
              <a:ext uri="{96DAC541-7B7A-43D3-8B79-37D633B846F1}">
                <asvg:svgBlip xmlns:asvg="http://schemas.microsoft.com/office/drawing/2016/SVG/main" r:embed="Rf4299245a36e46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38625" y="4000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475EC8-0BF7-47EA-92AB-AB49C49C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1295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8B9D2A-D227-4C64-B9EC-7B76197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481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审美/需求评审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E784E6C-E3C8-459E-B442-341A546E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672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8231EE-DEDC-44E3-AD17-E12D03B0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529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1FDB81-5EDE-4261-9148-FCAEA041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862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8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b5659866f4c21">
            <a:extLst>
              <a:ext uri="{96DAC541-7B7A-43D3-8B79-37D633B846F1}">
                <asvg:svgBlip xmlns:asvg="http://schemas.microsoft.com/office/drawing/2016/SVG/main" r:embed="R5e001019bc464c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96075" y="4000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5D6D702-A798-48D3-959F-D115ED2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00500"/>
            <a:ext cx="1295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Repair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DAC612-2A1C-4F2E-BCEA-F98DB351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481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根据 hints 修正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7EB66D-487D-452C-B2FE-0DC339A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672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62EAAF3-AA55-4DAB-A853-5108618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529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870F862-E4A4-42FF-AE1A-D2784FC5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8862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8fc3ce70a410f">
            <a:extLst>
              <a:ext uri="{96DAC541-7B7A-43D3-8B79-37D633B846F1}">
                <asvg:svgBlip xmlns:asvg="http://schemas.microsoft.com/office/drawing/2016/SVG/main" r:embed="R5d041b89a7c149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53525" y="4000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AB9270-386E-44EC-9CD7-9161094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00500"/>
            <a:ext cx="1295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Export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B95BFCC-178C-44C1-B99E-2BC9601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481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数据包/预览/报告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B7AE25-B83F-4945-A2F2-5A140BD6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0985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413D8F-4E97-4297-8890-5CD041BA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848100"/>
            <a:ext cx="831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EB28A2-B9B1-46F8-97C7-361FD157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&lt;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9836450-8A77-412B-B846-B215178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46CAD6D-82E7-46DC-A845-F0C336E2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98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^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22B205-7215-4741-A64C-1E8355C2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8CF"/>
          </a:solidFill>
          <a:ln xmlns:a="http://schemas.openxmlformats.org/drawingml/2006/main" w="9525">
            <a:solidFill>
              <a:srgbClr val="F1D8C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4D38AD2-3AEA-41E6-908F-F4FA9C8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05175"/>
            <a:ext cx="415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repair 后重新生成 design + blueprint + validation + critique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EFE192F-60D8-48B2-BB47-44242F31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颜色含义：蓝色 = LLM 可参与；金色 = skill 能力层；灰色 = 程序化可靠生成；红色 = 评审/修正闭环。</a:t>
            </a:r>
          </a:p>
        </p:txBody>
      </p:sp>
    </p:spTree>
    <p:extLst>
      <p:ext uri="{BB962C8B-B14F-4D97-AF65-F5344CB8AC3E}">
        <p14:creationId xmlns:p14="http://schemas.microsoft.com/office/powerpoint/2010/main" val="4869835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62392-5523-4AAB-AC4C-33E65116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9B68E-1750-4561-BF73-687300D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56DBC-8A70-4F8B-85BA-93BCCBA6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10A0F-4B72-4FD4-AE00-1275123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26E95-4DDB-4F75-86BA-36AF52F1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F1160-7B1A-452B-B6B1-D9DA9C2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5C1E6-A225-4F1E-A46C-7B11BAE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554A9-35E9-4BC4-BF8C-4B1E642E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101DD-8C3D-41F6-AB01-90D2F30C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2E996-C474-4A63-AAB4-1A056F10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CD625-F8E6-4164-9A71-4DA3F299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B8D6A-42B1-44EF-80F5-716984B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F170D-E5CB-433A-94B8-D8D113DD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83B3C-C866-47A9-87C6-14791AA9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67701-B1A6-4EF0-8ED5-CA1162A4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1DCA1-4806-4997-9BA3-B8B16E4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52648-2944-4B9A-A839-C7AA434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817A7-65D2-4022-9D8E-E08835E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2D41F-3243-4F8D-9AE2-938B7DF1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6F3C4-547E-488B-8248-FCF26D2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222C9-31FD-49F4-86B5-4586B781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93464-FF39-4975-A7D7-166A6105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20E34-EE12-4E1E-BA89-DBF240A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5E295-1584-42E8-8C71-8EA8FEF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F32FC-70DD-45EF-BFD3-A52FFDF7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9E00D-FB1E-4951-8833-49423842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BAC20-4859-4379-9603-976C4637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E2CCB-C10D-4A6F-BE2F-1903E1C4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512B4-FBEC-4274-BE36-58360365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2145D8-BF6F-46BC-845E-3195E53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94C898-8DE3-4982-941B-E424AA74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BEEBA-2BEC-4A49-B91C-B92221D5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39D221-FFB1-4210-94D3-8D131401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D9EF8-A4EE-417B-AAF6-68636689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04 / 数据如何流动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DC360-34EE-431F-95C7-6D29CD56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734BE3-C61B-4C78-A228-F4C082A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DATA TRANSFORMATION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6AD837-C0F2-462F-BEC4-67849268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字段表只是起点，后续会被规划成可执行建筑方案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678ED4-4161-48E7-869A-E4755F49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每一步把抽象程度降低一点，直到变成 mcfunction 可以执行的方块命令。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C2A490-2872-4D69-AAC6-C9D05D95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352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CFDBCC-86AD-467F-B0A4-2B97A12C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1E766C-DD96-43F6-ADE5-71F91FC0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124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01 requirement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6CAE13-FC2F-43A9-AECC-8513D1FF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8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{ style: "江南", floors: 2,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features: ["水景","室内功能"],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materials: ["白墙","黛瓦"] 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54C022-D917-4474-8FBA-076F6733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57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B8861-89C5-412B-9EC1-370E7D91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992501-AA7C-4D0C-A184-E747EFAA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02 selected skill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95E061-BA0D-459C-B796-20DE8D7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skillId: jiangnan-courtyard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preferredFootprint: courtyard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requiredModules: courtyard / garden / water_feature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5B1EAF-C2F6-4CA5-8134-BEB23F8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52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1476EC-68B0-4AC0-88F4-EA0B6536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857CCA-8FFE-4ABF-BAF0-8E92C6D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57375"/>
            <a:ext cx="3124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03 semantic plan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9771E1-DB39-4802-B17B-AE0930A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08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{ footprint: "courtyard",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zones: ["entry","living","water"],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motifs: ["white-wall-dark-roof"] 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0F2817-25DE-4FD7-B7D8-F46F346F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98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2E132D-6708-41D9-980C-01962697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955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25E62C-B6C7-4EA5-A298-AF74A96E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98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A5FCF8-18F3-4F6E-B15E-D59E26FB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955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A290E5-159B-4882-A6E8-B442657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EC67BF-731E-4CA9-B98D-42ED38AF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8017D2-F3C8-4BEB-A6B8-B9A6B941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04 design params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8EBAA4-36AC-4AE2-8B64-22B5DE98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1.21 / pack_format 48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尺寸 21 x 16 x 22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palette: white_concrete / deepslate_tiles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模块开关：roof_detail + water_feature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A619C4-AFA5-486E-B6C6-0310A632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69F5BA-3A53-4359-A398-5C1F084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443218-8010-49C5-868F-D1D5E616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05 blueprint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828379-648D-4750-8F09-5AAC32F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bounds: (-3,0,-2) -&gt; (17,15,19)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modules: foundation / walls / roof / courtyard / garden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142 条函数命令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ECE5D8-6FFD-4D92-B419-6C63C28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57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C94A65-34C0-4B49-9319-5C60AEA8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57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5BBC95-BAC7-4AC2-8889-5A7E0A1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06 datapack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15B587-A772-4363-BA2B-A0F3CF72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architect_datapack/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raw_build.mcfunction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preview.html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run_report.md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AAC8A6-20FE-4CCE-B810-22DB792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A10C6F-1803-4165-AD5A-9DF7E3CD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D2C05CB-21C4-4A1B-B8E5-9797BAB5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2E2C78-7D7F-47B1-B0EA-EC118EC3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8625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17BF4DB-2785-4FAB-B10E-DC5ECE01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关键点：LLM 产出的是“可被程序消费、可被 Critic 检查”的语义结构，而不是直接吐一长串 setblock。</a:t>
            </a:r>
          </a:p>
        </p:txBody>
      </p:sp>
    </p:spTree>
    <p:extLst>
      <p:ext uri="{BB962C8B-B14F-4D97-AF65-F5344CB8AC3E}">
        <p14:creationId xmlns:p14="http://schemas.microsoft.com/office/powerpoint/2010/main" val="6953405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72C23-21C4-4CF5-871D-1EEF2CD8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CE44D-28F5-4382-8353-3DEDE8D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DB4C2-E961-44BA-AF67-5D5BCCB5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5D59F-7A2A-4129-9A45-4CE9AA13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31558-12BC-45D7-AEFA-FCD3BD6A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D1993-BA84-4772-A4B1-09DBAAC8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AE7CC-7CCB-41D6-9BFA-52D9F4DC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C2D07-7A7A-4BA8-A9CF-E7441AF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EF141-1235-4C96-A4AA-908D2576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8ED67-FB5F-472D-B97F-78686D9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3A4D6-F5C5-42DC-8505-D031B0C6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38346-DFD5-4D81-847B-A64EC71E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20035-B9AD-4473-8ACB-0107C653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43595-D9ED-41FC-8C36-F5BBC6CB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63195-D69A-4D98-9F1B-F5519853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BCE63-D85C-48CE-8FF9-AD38F595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778DD-4DA0-43A0-A56E-D75F0D94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2C7C5-04F5-456E-9C14-57491F7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5A192-0AB1-4780-BB82-256D17F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5418B-0B8D-49B2-BBD9-916B3AF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4F49D-95CF-4C30-9897-713ECD4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E1500-1013-4116-8A88-2E8EC33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63EF5-C20E-41C2-B146-EBE7792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4A9A9-11E6-4101-8F04-E58A066A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7E4FE0-D004-4625-9B8E-85CE95A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ADF5E-959A-46BF-9D29-D8B9AE0E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9C057-EB19-4AD4-BFA1-D262E80E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A8BBB-7F36-4D74-80BB-F8414B71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5C88DF-EE10-4C47-963F-1864120E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93ECB-B5E3-42FD-BF8B-E6E121A6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BD2224-C572-48E4-BC13-3778EAE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C96FC5-9551-4EAF-AE7C-CF06E836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FEAD28-ABB4-4DDE-84F0-FC046283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1DA36A-B5D8-4600-AF2A-1E60A656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05 / LLM 的作用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ECF28-3838-47E9-B366-1F67F034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194933-DC6B-47C3-9027-D1EAC8E2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LLM PARTICIPATION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8521F2-56BD-45CC-8A7B-DE614E12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LLM 的角色是“建筑方案智能”，不是流水线工人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AB11BF-0B80-41D5-91EA-D7FF9A31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当前配置 API key 时优先调用 LLM；mock 或失败时使用规则 fallback，保证流程可演示。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A827D-5BF8-412C-9BF9-DB634C05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FB277F-6727-4ECF-B1D7-C3339FCF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600E5-498C-4C7B-8BB9-BB575A3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14500"/>
            <a:ext cx="468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B7AB63-768A-4E8E-97BF-3B13F87A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09750"/>
            <a:ext cx="445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 参与点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789B8B-ACBA-47B8-B2A6-08E95F61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A3E39F-CF9B-4EEE-9BB9-5935B7E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0975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输出进入哪里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F5816C-B7E4-424D-A2FA-4AF1A1F6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F5D5E5-26D1-4277-802B-3982710D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RequirementAgent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668A56-15AF-496D-8B4B-9F1BB327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468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BD12E6-7DFE-4B90-9A17-0E696AE1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9075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理解自然语言，抽取风格、规模、层数、材料、功能需求。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9610A7-D708-4A38-9ACD-E3A65DF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543C05-B7F1-4917-A450-3E66DE39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907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requirement 字段表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F647E0-7424-4CED-A696-05E74B42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5FD41F-AD4B-4E10-AD10-3C0E6A75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SkillRouterAgent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C329A8-F03B-4566-A387-9A42E5F5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57500"/>
            <a:ext cx="468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926B4A-229E-4FC4-ABB5-4E24C0A6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7180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在 availableSkills 中选择最合适的建筑能力包，并说明 rationale。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87761A-03DD-4287-BFEC-739217E6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B87052-EAA8-4FF4-AFBE-CB83EF7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718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skillId + emphasis + rules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C2237E-2E03-439E-B6E4-73C1CE2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68F587-6E20-4EFB-8BEC-E7A870B3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PlannerAgent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B347AC-EAC9-4CD0-86C7-272201A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38550"/>
            <a:ext cx="468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B0DF4B-AD42-4126-97E2-03C30DAE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5285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把字段表和 skill 扩展成语义蓝图：footprint、zones、adjacency、circulation、motifs。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02D2D4-BED7-4E85-9255-AB9A13D6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864C1A-B4CB-45FD-85AF-7C35801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plan，交给 DesignerAgent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BC48C3-42DC-4358-BAA0-E768342E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51E8C5-EF06-4FC4-B19F-0EC9478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CriticAgent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3A926B-5BCF-481B-B270-2BD2B81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19600"/>
            <a:ext cx="468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CACD6C-17BB-424A-8106-EA9CD3A2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53390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从需求满足度、风格辨识度、功能区完整性和视觉质量做软评审。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517166-EC37-4470-A504-EDCA419A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EDB16B-D760-41E9-B6F9-105C62C8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339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score / issues / repairHints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5D1E87-9461-45FA-AF6D-29A2E0FF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74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DB05C1-175E-467F-940B-085C5ED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1F8B2C-6C90-412C-A25B-B1E3B0C4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45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B26E67-65A2-4EC9-8C1C-BAF4008C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5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DesignerAgent、BlueprintAgent、ValidatorAgent、ExportAgent 主要是程序化工具层：它们让建筑几何、方块 ID、数据包结构和报告输出保持稳定可复现。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481557-0C72-47C4-ADAF-1D40F759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9525">
            <a:solidFill>
              <a:srgbClr val="DDEFF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35ACE7-CCB0-4A74-AAB6-0678BCDB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09675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with API key: llm source  |  mock/no key: fallback source</a:t>
            </a:r>
          </a:p>
        </p:txBody>
      </p:sp>
    </p:spTree>
    <p:extLst>
      <p:ext uri="{BB962C8B-B14F-4D97-AF65-F5344CB8AC3E}">
        <p14:creationId xmlns:p14="http://schemas.microsoft.com/office/powerpoint/2010/main" val="16853613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F24D7-FB05-473F-A002-AF86983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85681-87F2-4281-B951-83DC114A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F09F7-0D03-424F-B7F5-4012D180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4026A-7B7E-4520-825C-855B9DA8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48342-D5F4-4374-B64C-4466298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27968-21B9-4E32-B630-C4566D94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59564-328F-4495-8EBD-522FDC3D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B0447-8344-4A5D-BB27-767D2DC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DAC82-9160-47BD-9B02-B86E1E1C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42728-2EC7-4E5F-A681-4EDD6BD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2BD76-1C8B-4DD7-A023-F60F2BB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AF042-6B4F-4E43-94D2-666F257F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215BC-BEBA-41FF-ACFD-30FDDDAF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66CCB-7D6C-4D59-B418-3B00526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AC3DB-F352-4255-8139-EA7B829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628EB-FCF4-43F3-9CF1-A923A09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279D9-124D-47A0-B281-1BB6C3F1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ECACF-DEE6-48C8-BE64-2CA989BA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90C4F-DFD5-4EE8-BA1F-4593EEE1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D3018-0B2D-4089-9050-262C51DB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0E03A-1998-4835-965A-DF9D2A55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D7EAC-3001-4DCD-8FFD-CE19E29B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D6AF2-51AB-4C70-A70F-63F0EC35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FA959-296D-4898-B5B5-CEDBD16C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82BB5-AA72-45D5-B6C4-C7631D4A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ADB20-9074-4030-A9CC-4C02C7DD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20F11-7392-465E-B8DC-B143F16D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05D25-88B5-46D2-AB91-16EC854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69F9D-A283-4BDD-8F00-9970F1A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716245-E831-4EC0-AAC0-E650678A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26C8DD-FA84-4B6E-9C33-C89B5543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48F06-76F9-43EE-82CC-2BA2566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FC81C9-3726-48D4-9376-20BCFB17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14256-D3F3-4A43-AD47-50D2006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06 / Planner 到 Blueprint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56AAEA-9643-4B32-9BB1-26937531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4FFC5C-897D-4EF7-B506-D3B2F3CD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PLANNER -&gt; DESIGNER -&gt; BLUEPRINT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CB0A7B-92DF-4EA4-AA74-DA82F23D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字段表之后，LLM 开始参与建筑方案规划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72982C-93DF-4738-9523-9D12DF7B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前一个 Agent 抽出的字段不够表达空间关系，PlannerAgent 会补出建筑语义。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E9330E-0685-47E1-8B72-791C5C8F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CD1540-DE18-4C1B-889E-E7D3AC9F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F97479-4A3B-4789-A190-F5527F76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PlannerAgent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A12DE2-3B92-4DF2-80BE-A281238F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输入：requirement + selected skill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输出：语义建筑方案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1. footprint：矩形 / L 型 / 庭院 / 侧翼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2. zones：入口、客厅、卧室、厨房、水院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3. adjacency：功能区连接关系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4. circulation：动线与主入口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5. styleMotifs：白墙黛瓦、庭院轴线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AFF1E4-1582-4ACF-B518-593BF82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6139B1-1091-45A1-9686-A3BE1A54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8F7AED-D1DA-4713-8887-B249037F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DesignerAgent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7627AF-263B-4BC9-84EE-AB02D049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输入：requirement + plan + skill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输出：更详细的参数表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1. 方块 palette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2. 尺寸、层高、屋顶高度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3. 门窗规格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4. 模块开关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5. 风格预设和可配置元素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74C96D-3129-47F0-B5B5-1B3E0822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7165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D78FCF-276D-4902-A526-80E74EB5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7165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8AEFA3-2250-4A58-A9BD-B4AFF2A9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BlueprintAgent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41CE81-EB2A-4987-9CA3-1A7703C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输入：可执行设计参数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输出：蓝图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ShellAgent：外壳 / 楼层 / 屋顶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LayoutAgent：房间 / 门洞 / 楼梯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FurnishingAgent：家具 / 照明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GardenAgent：庭院 / 水景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B6B78F-756B-4E7C-83D8-ACAC5B17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766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2C8D49-A4EE-4300-B79C-4E784E67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623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06042B-70DD-4AFF-B3B5-71BF37B5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766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7E8DAB-04BF-4F52-BA1A-A12530C7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623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25C50E-B6EF-4A56-8E6B-A2AE2BD6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23E2CC-5444-4FC3-A564-8EEB0CD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9A8E37-2AC9-4DA6-ACC3-9A59029B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72125"/>
            <a:ext cx="796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semantic handoff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1C25D6-66A6-4BC9-B75E-7A35C43D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05500"/>
            <a:ext cx="792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Requirement fields -&gt; Planner semantic plan -&gt; Designer executable params -&gt; Blueprint ordered construction modules</a:t>
            </a:r>
          </a:p>
        </p:txBody>
      </p:sp>
    </p:spTree>
    <p:extLst>
      <p:ext uri="{BB962C8B-B14F-4D97-AF65-F5344CB8AC3E}">
        <p14:creationId xmlns:p14="http://schemas.microsoft.com/office/powerpoint/2010/main" val="1354534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A8589-D2E7-4DBC-9D50-90E1BE15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CD328-7024-4C80-8A45-EBEB3220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CB94E-9452-44C1-986D-B9C4B6D6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C180B-F011-4E3B-B97C-CAF800E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7134B-58DD-482F-9096-26895E49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1BB85-EA55-4E8F-B6AF-F216A6CE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CFD44-1261-4428-AD84-617A92CD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7A205-4AFB-4A17-AC8C-A3180F65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0F00B-CFD8-4C79-8B25-18CEAD72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208F0-0549-461B-991A-7923C275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5204E-AAD7-4B67-A74E-55892297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65DD5-C279-4A9B-A23A-B79BAFD4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870D9-EBCE-4307-B621-D31C78BB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B77D9-7E69-4262-B845-F24DB565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7D1C9-6F23-4410-ABDA-C3E17AC6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04354-A882-43FC-893B-AC3795D0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F3737-B07B-48BB-BDE2-2ED739EF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6A88A-CD0F-4CD4-AE16-0A02D8F5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3000D-5926-4DFB-8ECA-58B90D96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3EF43-6E63-49C2-90D5-330709C2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A4D1D-01DF-4DC5-9F75-CCFB746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44EC3-7774-4053-BA32-396B1A1D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EAF90-5924-404D-B8AC-0763EA85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19CD1-FEB2-4640-BB3B-85A761C5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8D160-73F3-488F-B09E-8C168645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2BEAC-C307-4B64-8E6D-11D2938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EE693-76FA-4472-9C48-F7DEA2BC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BE361F-7C10-413F-A0E2-FB46614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E6BB2-34F7-456F-A913-1B31E4F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3B52D7-7E18-46A5-8111-41D298AC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FD20F-7E25-432C-BEA9-586EF1AD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E10620-B479-43D5-BD41-FE74B133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B12C5C-335D-464A-B896-BDF65CAA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757496-99FD-428E-B5DD-B5520DDC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07 / DesignerAgent 参数生成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E1A9C-6B9A-4E8C-B635-D5A6207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E2E8F-97D8-4A7E-841E-6CD6B8D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DESIGNERAGENT DETAIL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3DE296-B569-4230-A286-04561596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DesignerAgent：把规划转成稳定参数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6F4468-D683-4A58-B57E-0AFF763D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当前不调用 LLM；它把语义方案变成 BlueprintAgent 能可靠消费的设计规格。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2A387F-6D64-4A4C-9FD2-5B403954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44AF4-686F-420E-B722-235E3544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982A0F-8C07-4FCE-8A71-561BD612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requirement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2B72B8-A7FF-473C-8E49-70E318FB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style / scale / floors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materials / features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rooms / prompt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6DDA2A-784B-4620-8B49-906181B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AE6601-BE77-4AC1-9F7F-87E3AB21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B6492D-CF63-4FC3-AF50-A8E58791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40DA4A-1946-4079-9766-B4945747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preferredFootprint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requiredModules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styleMotifs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repairRules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E16E67-BE27-464E-B9B7-E295F119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D892E9-9AAC-4F9D-8D31-93E19CE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449ADE-A5A8-44B8-9644-E2B207D2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A38B08-825A-4824-90B8-F51B5C9E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footprint / zones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adjacency / motifs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507D52-C275-4602-A792-EBCA1C7F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2A16B5-BFEF-4147-B8C3-F1BEDB9C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86A370-4D34-44D6-B1E5-45FA6DF1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624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7942AA-0644-40DB-9358-7497E5D1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7C4F59-0E77-4E1D-A7E4-24E2C41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8162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237DD3-032C-48F6-B7F5-3BCB602C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0A560E-26B3-4457-9392-F7AFFE15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9525">
            <a:solidFill>
              <a:srgbClr val="1D243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4200AD-5787-4F3C-BEE7-0F3F4A6C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DesignerAgent.run()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232669-2D10-427F-9C0D-4A14941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342"/>
          </a:solidFill>
          <a:ln xmlns:a="http://schemas.openxmlformats.org/drawingml/2006/main" w="9525">
            <a:solidFill>
              <a:srgbClr val="65708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B2B46B-A743-480E-8F17-20472246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pickStylePreset()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F2EBC4-0823-4092-97C9-3F32A0E5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2"/>
          </a:solidFill>
          <a:ln xmlns:a="http://schemas.openxmlformats.org/drawingml/2006/main" w="9525">
            <a:solidFill>
              <a:srgbClr val="65708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D4636E-9D08-428B-8591-52087ED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buildDimensions()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BCC8AD-F03B-4C69-9E4B-60563A3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342"/>
          </a:solidFill>
          <a:ln xmlns:a="http://schemas.openxmlformats.org/drawingml/2006/main" w="9525">
            <a:solidFill>
              <a:srgbClr val="65708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32B909-3AA1-4360-8E55-B60F77E0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buildElements()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80F033-6F54-4771-BBED-3C78ACEE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2"/>
          </a:solidFill>
          <a:ln xmlns:a="http://schemas.openxmlformats.org/drawingml/2006/main" w="9525">
            <a:solidFill>
              <a:srgbClr val="65708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369B35-5843-43F0-AFD7-FF8EBE24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buildModules()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5EB7E0-E0AD-42BD-AE58-6451E10F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29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342"/>
          </a:solidFill>
          <a:ln xmlns:a="http://schemas.openxmlformats.org/drawingml/2006/main" w="9525">
            <a:solidFill>
              <a:srgbClr val="65708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E9F3A5-BDD9-4DED-A9BD-23DD9C90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return design spec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B5093E-C2EA-41B3-A226-CE21FB1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67125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56FB24-044F-4DB3-B210-70F1E95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528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CA8F85-C41F-40BF-ABE0-C6A0390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57187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D7E4DF-3621-4E3A-B244-0D8632F4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571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CC286A-34CA-4C22-8FA6-657DEABF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76425"/>
            <a:ext cx="3343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design 参数表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55836F-66C1-486E-949E-222EB5F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09800"/>
            <a:ext cx="330517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target: "Minecraft Java 1.21",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dimensions: { width: 21, depth: 16,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height: 22, floors: 2 },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palette: {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wall: "minecraft:white_concrete",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roof: "minecraft:deepslate_tiles"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},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elements: {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roof: { style: "pagoda", height: 5 },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windows: { width: 2, height: 2 },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waterFeature: true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},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modules: ["courtyard","garden","water_feature"]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A3F1F8-9A40-4ED5-9726-0B728F8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57850"/>
            <a:ext cx="802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BD"/>
          </a:solidFill>
          <a:ln xmlns:a="http://schemas.openxmlformats.org/drawingml/2006/main" w="9525">
            <a:solidFill>
              <a:srgbClr val="F4E6B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CA3896-153C-4C26-B85E-040A3175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05475"/>
            <a:ext cx="786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结论：LLM 决定“该怎么像江南小院”，Designer 决定“用哪些 Minecraft 参数去实现”。</a:t>
            </a:r>
          </a:p>
        </p:txBody>
      </p:sp>
    </p:spTree>
    <p:extLst>
      <p:ext uri="{BB962C8B-B14F-4D97-AF65-F5344CB8AC3E}">
        <p14:creationId xmlns:p14="http://schemas.microsoft.com/office/powerpoint/2010/main" val="5477560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975BB-EFCB-4ECA-9777-8975FC1E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F3DA6-1DDA-4C25-BF75-FD4AD84B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E07E5-B855-4B0A-A0ED-22784E9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03190-CE34-4FC8-BD4D-8D22A0EF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2D655-EF8C-43D5-9635-47814C8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8B03F-C086-45AA-9E97-FA590CDE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74F1C-CCE7-45AB-903F-6426095D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0679A-C472-43A3-BD59-FB2F0CEF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A0DE1-FDD5-4109-B9F7-154BC879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577F3-670B-4C31-9010-ABEF890C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F767C-F686-46FF-922B-44D6DC9A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3ADE8-5094-4B74-A44E-C717CBD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CEC45-CF6D-4305-B720-9CF89E8B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2FCB6-E29C-40E9-AB7D-516DE211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5FFFC-32C4-4100-9A25-13EB3D84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1446D-C79C-4E7F-965E-7BDD0F08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6EAFA-0C27-41D1-924A-42A781EC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3ADE0-A702-4CF1-9D0D-352A5BED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38856-72FC-4CD0-A7B8-00F5A2B2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C19C4-73BA-451E-A18C-2CA15D9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15EA6-8033-4A70-9894-1C3D5BB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1D9D1-34B9-4416-8840-703CFBF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87D74-85A6-4358-9A68-03F057A5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15836-E8F8-42A6-AE3F-DB09D0C4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1AEC9-91BE-4A94-80CE-0A0D0D86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E05242-2854-43C8-911C-77711D37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E6DA6-6BF8-4506-90B0-47489999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C7A7E-5BB5-4FC4-ADFD-B38F1700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0A577-B2F7-41C9-B9B5-B76A77C9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76545A-0659-44DA-8AF8-07E1CE2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80A1E-294E-480E-BED6-76CC9036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2686B-EA38-44C7-B696-2F622FA0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473B6E-70C1-4BE3-90FB-F35478D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018511-5968-4051-9C12-4829E1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08 / Skill 能力层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5713A-E544-4E4C-B1FA-910D98B6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F644B-7DFF-4988-ABE6-A0F6645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SKILL LAYER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B5E141-3DF0-4DBD-B660-EB81E2CF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建筑风格被封装成可路由、可评审、可修复的能力包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E7708D-3C32-41E5-AF61-9F9F021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新增一种建筑风格时，优先加 skill，而不是改整条 pipeline。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37D854-6EEE-4241-8047-A526BA01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A8F57-8056-4AC4-91C9-50F885D2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F5CAD6-C7AE-40C6-B18A-E3FC4E7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欧式庄园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C135F0-C43D-47A8-B594-909ED72B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id: european-manor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preferredFootprint: winged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requiredModules: wing / chimney / windows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80AE50-A458-4BE9-95D5-3E3454F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B1234C-9B6B-44DA-9A6D-1497BD6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FDED2A-A417-4913-980A-1C3A6646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江南水乡小院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308395-7568-40E5-A696-A84AB7E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id: jiangnan-courtyard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preferredFootprint: courtyard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requiredModules: courtyard / garden / water_feature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CF7512-F579-4FE9-9515-7492E337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15824E-B2F5-4A2B-9215-C9D9B95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5941F5-8AB1-420E-A257-D06CD897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现代玻璃别墅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04196C-6E26-457B-896C-4319AF7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id: modern-villa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preferredFootprint: l-shape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requiredModules: wing / windows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220F4C-D26C-4223-B157-5E624B68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EE6CC4-A736-4B3A-9D44-91EE7354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B5374A-4C9E-420E-B660-B9A6C95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森林木屋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EEAFFE-9BFF-42CC-88D9-51AA7E35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id: timber-lodge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preferredFootprint: rectangle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requiredModules: roof / lighting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8ACC4C-C4AC-4E17-AF34-1FE8788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42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8A9210-436E-4AC6-A40B-9F0E960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2BC1FF-ABF2-4EB5-83D5-683862B0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57375"/>
            <a:ext cx="320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src/skills/buildingSkills.js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B7FE86-6AC0-4235-AE89-C21933F0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3162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id: "jiangnan-courtyard",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preferredFootprint: "courtyard",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styleMotifs: [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"white-wall-dark-roof",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"courtyard-axis",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"water-courtyard"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],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requiredModules: [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  "courtyard", "garden", "water_feature"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],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  repairRules: { forceFootprint: "courtyard" }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81E5F4-C822-465F-B754-89028A7E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962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9525">
            <a:solidFill>
              <a:srgbClr val="1D243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7634D4-B862-4DB9-A681-7074897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244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的作用：给 LLM 一个建筑风格知识边界，也给程序化生成器一组可执行约束。</a:t>
            </a:r>
          </a:p>
        </p:txBody>
      </p:sp>
    </p:spTree>
    <p:extLst>
      <p:ext uri="{BB962C8B-B14F-4D97-AF65-F5344CB8AC3E}">
        <p14:creationId xmlns:p14="http://schemas.microsoft.com/office/powerpoint/2010/main" val="9697609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0DB536-3203-4778-B16F-74047A51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A250B-9525-43AB-A3F8-E02AED25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ECEC1-CC39-4E7B-B43A-C149639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B83E-AD02-4E64-8401-1A562683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97DC3-FF31-425D-BC2E-456470E7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8B25F-E3BF-400B-8BDD-3C3D4CBD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54F4A-EEF1-4E7D-BEA8-3EA77232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CD9F1-060C-48DC-8DF9-4F61C5E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A3808-CE6E-47B1-910A-621B04BA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9A2B-6D1B-4ECF-A2E2-BACFE658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54955-30F5-457B-BE5D-6E799F80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66208-5A57-4BB3-82DB-12237FC7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F4BFD-C775-42B5-B176-B090CDB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E5844-1301-4CDE-9333-F1CD07D0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6FBC8-C9C2-4280-9395-EFEF750A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07FF9-4602-44F8-95A2-B5E34A23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4AC61-45A5-4312-9614-593BE5DB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4212C-F9F7-4A5A-9642-1D0C0C8F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380FC-6EB7-4362-AA45-54D3BAB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96722-E85C-49A2-946C-E3710496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34511-CF1B-43A4-B28A-61EE7979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98923-FFCA-47F4-A331-D08E3D69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24AA9-75D6-48F2-B6BE-3521CF12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9064C-C1AC-43F8-BF3E-4E154D1A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9F598-7A18-41E5-B29A-49D42EE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E2131-EAA3-4E00-A852-FDDFEBC2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D1DD82-99AC-4E78-A415-FF7C254C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7BA046-3683-4D2B-A78A-A10D7C35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7AE40-54CE-4EE0-9D1F-A5F2E4D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8DE3C-8C06-4F0E-A677-25ECAFB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EEC28C-BFB8-4E6B-9975-FC6D9744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429901-7E10-4BF2-82B8-2D56244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252C0A-541B-4FA9-9480-67ADD6C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2373FD-C75C-4A67-99BB-030E15C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09 / MCP 工具层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558201-7845-4298-AC57-7873E3B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5F854-7FA7-43DB-9F62-358E45B0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MCP TOOL LAYER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07939B-DA02-49D2-9501-6F70FD1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MCP 的定位：让 Agent 调用可靠工具，而不是闭门造车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36D2DB-021E-44CD-AFD1-2964FAC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当前项目已有本地工具输出；下一步可把这些能力包装成 MCP server。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A15B17-76CA-4790-8DC5-236ADB05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82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687d45e3b4401">
            <a:extLst>
              <a:ext uri="{96DAC541-7B7A-43D3-8B79-37D633B846F1}">
                <asvg:svgBlip xmlns:asvg="http://schemas.microsoft.com/office/drawing/2016/SVG/main" r:embed="R71667fef938d42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22479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64238D-F66B-4227-B8F5-5E6EF95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133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LLM Agents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EA2F9A-6816-498C-BAA6-54A100D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Planner / Critic / Repair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7E2F66-650B-40D5-A52C-7CD3928F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182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5eb51afce495a">
            <a:extLst>
              <a:ext uri="{96DAC541-7B7A-43D3-8B79-37D633B846F1}">
                <asvg:svgBlip xmlns:asvg="http://schemas.microsoft.com/office/drawing/2016/SVG/main" r:embed="Re46564117d6d47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0050" y="22479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A57561-0282-4DB1-86D3-FE595F3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133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MCP boundary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1450DC-D834-4CFE-8EAD-A52E2D5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955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标准工具接口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CF28F6-FDFF-405F-A309-CB0568C9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182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B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a505993664d27">
            <a:extLst>
              <a:ext uri="{96DAC541-7B7A-43D3-8B79-37D633B846F1}">
                <asvg:svgBlip xmlns:asvg="http://schemas.microsoft.com/office/drawing/2016/SVG/main" r:embed="Ra936d9cfcded4d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39050" y="22479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412437-100A-435C-B9E7-5D03BE02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133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Local tools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A75C03-366D-4C85-B7EB-3E4EAABB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知识 / 预览 / 导出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33F5C8-D669-4751-B153-27D29967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81275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01081B-2D32-4646-95CC-C9E947F2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669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B999F0-832C-4D79-A86B-04FBDCFE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81275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431639-F46B-4195-9CAF-0C3C1643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669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C0FD0C-16DD-4361-80F6-53267E1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431693-8DE9-49FF-99E4-1CF0D124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F6212F-A046-4A8F-9439-A839014B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block_catalog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213E4B-98D8-4C37-AC60-E6FBA8C1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查询 Minecraft 方块类别、材质用途、可替代方块。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B39620-5FF3-405C-9B1F-367B1856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E52B9F-847B-47F2-A8A7-4FBEF7F7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67C761-606E-4D27-9073-B08973AB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909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style_knowledge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A1FA54-4478-4C10-BA99-00A375C2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查询江南、欧式、现代等风格的结构特征。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5528ED-D2B1-4F2B-A09C-D337AB9E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8612B8-660A-4399-A787-550EDA33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D86723-7954-4D8F-BD3F-A914991C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909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blueprint_preview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7D2278-D3B5-4CC4-ADA8-B9348F75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 blueprint 渲染为 HTML 预览和统计报告。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F84B98-D460-4E6A-AAC0-04D13218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594BC9-2EFF-47AF-BD65-B5B87C6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2037D6-BF91-4F68-B87B-18D19BA1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909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world_export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7FBEDF-E1C4-4E69-8807-7E5C77C6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33875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把数据包安装到目标 Minecraft 世界。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58BDFB-5912-4988-A611-789F851E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演示话术要诚实：现在是本地工具层和 MCP 设计点；后续把这些工具暴露为 MCP，Agent 就能通过统一接口查询、预览和导出。</a:t>
            </a:r>
          </a:p>
        </p:txBody>
      </p:sp>
    </p:spTree>
    <p:extLst>
      <p:ext uri="{BB962C8B-B14F-4D97-AF65-F5344CB8AC3E}">
        <p14:creationId xmlns:p14="http://schemas.microsoft.com/office/powerpoint/2010/main" val="6069310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AEB9-C2DC-4D63-A19C-6904A46F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B3F69-745D-4D4A-9B35-8CC81BA8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D4E9B-C314-474B-BD77-A442F0E9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81834-FD4C-4C31-AE55-7B19F920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F79ED-740B-4FC0-9173-852742AB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E3666-C6F9-4B9C-AF4C-4BD48FAF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B4D16-1F2E-4A72-92F8-9B252705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4D0C2-B92B-4C4F-A9DF-8EA1CE0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C7AA9-733E-4A52-A5B7-02DCCCBE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1DBBB-5EEE-4196-8089-88935D9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6B776-B527-4D01-8AB0-F2C89D80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D8D2C-9CD4-4898-84E9-A2F9D230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207EF-CB30-4E33-A327-F9B7916D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3AACE-EE77-4FCD-A780-34F8B014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E255B-9A20-4A4E-8C9B-0568B9A7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5EFAF-8B10-4F3C-8699-6AEAB23E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EACD3-BD7D-46B6-8BB4-AAE4C6E0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AE2C9-944E-4DA2-9DCB-C965D113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F59CE-6444-4EA2-8606-3E10E7E6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B6BB8-5042-4FD9-9B65-3C19A5C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A5CF9-06F9-4054-B0A8-339BC7EB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6064B-1D60-41B7-AC5B-52842AB3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0F9B3-DBF4-4BAA-AA0D-74AE70D3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C41CE-B9B7-433C-8FD4-C51D4BC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83828-DAF1-48C8-A1F5-309B52E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90D234-DCD8-499F-AC79-2F7D5A49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342F8-B219-4B3C-A830-2046D64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88D5FC-EBBC-4B99-82F0-BC319CAE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0338D-C608-4AE8-A45C-226DB33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8C5D4C-EBCB-43BD-818D-E3E2FAE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83767-8FCD-4132-A656-DF10939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1BA05-B5E3-40FE-98BF-96D71E8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F3FB5-7122-43FD-91D6-69608174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0E0F09-E2DC-4F44-B882-EFFD5C5C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10 / 一次命令运行展示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AD8739-486F-403E-957B-9C18B8B2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01B8B1-BFEC-490D-ADD2-7BECCDCC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COMMAND RUN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D1B700-F905-4D5C-9BA4-3B79579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一个命令跑完整个 Agent 流程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95677C-6150-498D-A7F6-1F605900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下面这次运行使用 mock/fallback 模式，方便课堂稳定演示；配置 API key 后 LLM 参与点会优先走 LLM。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BE13CC-C253-40D3-8038-21532E2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744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A243E5-B32D-47E0-A10E-0F73960D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9A196-EEC4-44CC-8FB8-1057634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1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terminal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571D22-CAF5-436B-B8D4-60278020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npm start -- --mode mock --out outputs/.../demo-run "建一个江南两层小院，白墙黑瓦，带水池，室内有卧室客厅厨房"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B2A13B-DE05-4B49-B5BB-980E41BD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4762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E5CB66-3A3F-4532-B577-2941B99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71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8439C8-A9A8-4EAE-A6EC-608B6609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run_report.md 摘要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3756AA-7599-4297-8F86-BB099991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skill：江南水乡小院 (jiangnan-courtyard)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footprint：courtyard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zones：entry / living / kitchen / bedroom / stairs / study / garden / water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styleMotifs：white-wall-dark-roof / courtyard-axis / eave-corners / water-courtyard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Critic score：100/100，未触发修正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FF2B64-AA95-4670-BEC4-AAC6FD4C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21x16x22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465863-0DB0-4662-9FAC-43AA820D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建筑尺寸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2F7979-A1CF-4EC5-B8AC-9A21EBBB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A1713D-4FE3-4E40-A013-88073654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142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588BE0-0D3E-4643-B282-4682AEFB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函数命令数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413FA1-843D-4303-9FD5-56CED4A8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CD213E-4891-428B-9D60-D28BE76A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DD9FE4-FE59-44DF-885D-50D934F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模块数量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68A848-DE2C-47E4-8D47-EC1C7C19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100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7021B7-368F-478E-8FB6-9182154C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4324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B6544D-61EA-47BC-8234-1B28D14B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89652D-A61F-4938-A525-17C65E6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81500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生成模块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F6F17A-D6C8-4499-BBBF-B60FB90C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foundation / walls / floors / roof / roof_detail / windows / door / courtyard / interior / stairs / furnishing / lighting / garden / water_feature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482F4B-1E5E-4F4D-8865-E7DC457B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045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9525">
            <a:solidFill>
              <a:srgbClr val="1D243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826941-C2F3-4E06-BE72-10327E6C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86425"/>
            <a:ext cx="988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输出目录包含 architect_datapack、raw_build.mcfunction、preview.html、blueprint.json 和 run_report.md。</a:t>
            </a:r>
          </a:p>
        </p:txBody>
      </p:sp>
    </p:spTree>
    <p:extLst>
      <p:ext uri="{BB962C8B-B14F-4D97-AF65-F5344CB8AC3E}">
        <p14:creationId xmlns:p14="http://schemas.microsoft.com/office/powerpoint/2010/main" val="18543700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DCCB3-DF2A-4D99-A8D7-96958812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DCB23-07AF-448A-B54B-3CF009A3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BB6F9-90C1-4836-8ADE-47A463F1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537ED-95A3-4C3F-A14C-6782894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CDC47-A25C-499E-B7FA-A0EBCDBD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8A43F-AAE8-4842-A7DF-4BCD9F8D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235ED-8D07-4FD7-8AA9-CB304ACD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7933F-C1FA-403F-8EB6-6D687A55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A8DC-ECA1-4080-9B8C-0E835D89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E3F7B-24A1-44B4-BCAC-128EF6CD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9462D-1DED-4D40-94A3-D3F0968A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0A777-42A0-4BF4-9E15-0AB6D354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B09A6-C9D8-4F5A-8816-7C37B2B0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A41A-E99C-4A35-A387-FC42347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6D7CB-19CF-4B4E-9A76-989241B8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BD1BF-64E8-4935-8548-63D1B5A4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D35DB-DD9E-45E9-A012-A4DF05F1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15AA6-9ED8-46B3-B40C-D64BFFEA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2A1F6-FE4B-4268-94AA-4FE8A7BB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4ABFC-59FB-4457-9880-E68B352F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E39CC-C7C8-41C7-8A57-812B4637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F2526-50A1-49BF-B326-15FDEEA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4B7E7-7845-47C5-882F-563B8519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0741D-0137-414E-91FB-E957CC1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34535-1246-4199-9CC9-F1392FD6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6F921-F70F-4D28-BAA9-B975DBFB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FA796-BAA6-4A9B-B2CB-D28A84D7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F2633-4B70-47F4-8BDA-0D715542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A6D15-4811-4673-B71D-860C67E1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FBEC8-92D6-41FC-B889-C3C0370A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67ABA-D48F-4F2C-86BB-52A2435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2D492-57DD-47C4-8976-4358CF4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BE408-6BEC-4730-87C1-404FF5F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8EF311-38F3-4F51-8260-3B657FC1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11 / Minecraft 输出效果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0491A-4743-4115-98F8-B5E2E59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AC8CBA-4C43-48A3-A2C2-887A0721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EXPORT TO MINECRAFT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F779C7-6FAF-4D07-BBD1-7AF59895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最终交付是可以在 MC 中执行的数据包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CAE38E-8E31-4891-8043-A4731090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你后续可以把这里的占位区替换为实机截图：外观、室内、庭院水景。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40097B-52B5-4BA3-A6F7-5FC1D444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095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0E15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938182-6905-4DE0-ACB6-DF9EE1B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E70882-BD7D-4A89-A3AE-89DF57AA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3867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DDE7E9"/>
                </a:solidFill>
                <a:latin typeface="Cascadia Mono"/>
                <a:ea typeface="Cascadia Mono"/>
                <a:cs typeface="Cascadia Mono"/>
              </a:rPr>
              <a:t>Minecraft Java 1.21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07DAEB-FA3D-42D5-B08F-E7F3ED12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82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/reload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/function architect:clear</a:t>
            </a:r>
          </a:p>
          <a:p xmlns:a="http://schemas.openxmlformats.org/drawingml/2006/main">
            <a:pPr algn="l">
              <a:def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defRPr>
            </a:pPr>
            <a:r>
              <a:rPr sz="915" b="0">
                <a:solidFill>
                  <a:srgbClr val="F5F7FA"/>
                </a:solidFill>
                <a:latin typeface="Cascadia Mono"/>
                <a:ea typeface="Cascadia Mono"/>
                <a:cs typeface="Cascadia Mono"/>
              </a:rPr>
              <a:t>/function architect:build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5BA56D-3A5A-42B7-BFD0-C1892B4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4095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A574A6-E3DF-4C74-A18A-E5492D6A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0FB2BE-6EA8-475C-91F9-983C87AE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导出物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4F8CD-08FD-427F-9904-D58ED3FB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810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architect_datapack/data/architect/function/build.mcfunction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architect_datapack/data/architect/function/clear.mcfunction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raw_build.mcfunction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preview.html</a:t>
            </a:r>
          </a:p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run_report.md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C02C92-3D21-47B0-B48F-30550E93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00200"/>
            <a:ext cx="2095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19050">
            <a:solidFill>
              <a:srgbClr val="2E8FA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2A26D4-D817-4E77-AF3B-3A3C941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00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992FBA-CC93-4495-B26F-0A0D92DD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573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MC 实机截图 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953606-C81B-4DC3-B4F7-2EFB8FE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拖入截图替换此区域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FE7A28-36E8-4171-AC52-23931C61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0200"/>
            <a:ext cx="2095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19050">
            <a:solidFill>
              <a:srgbClr val="D9A44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9697CF-673D-4B76-89AB-DB46198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0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F7C23C-A7E7-4668-926C-404BC456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MC 实机截图 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395C05-A3E0-4D84-8A24-678B7018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拖入截图替换此区域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379E1A-37D5-4BCB-B732-605B7F8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2095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19050">
            <a:solidFill>
              <a:srgbClr val="B7563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40CF5B-CB5E-41F3-862F-04022103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6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739323-B233-4E33-924F-81E40627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MC 实机截图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42E0E0-A1A8-462D-A2D1-B9984DDF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拖入截图替换此区域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321E70-262D-4885-9E23-881FC40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这一页展示“Agent 不是只生成文本”，而是通过工具链把自然语言需求落到真实世界文件和游戏指令中。</a:t>
            </a:r>
          </a:p>
        </p:txBody>
      </p:sp>
    </p:spTree>
    <p:extLst>
      <p:ext uri="{BB962C8B-B14F-4D97-AF65-F5344CB8AC3E}">
        <p14:creationId xmlns:p14="http://schemas.microsoft.com/office/powerpoint/2010/main" val="8460569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32B7C-BCED-49B3-9C8C-D4A79F9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BC478-0149-4171-ABC0-F117C5D3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D79C5-AC7A-40DC-AC38-91EDE434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DDE23-4BC4-444D-B28F-900C8FFA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C69D8-6C5D-44F7-B350-DB328B59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DA6C3-6270-4897-9DE7-2E9E571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9AF50-AD0C-49EF-AE66-F115A79E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1FBF8-6368-4AD4-8D88-1567D363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5E1B5-ACA6-424A-9502-F01A7FF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14356-7AD4-450E-BD44-9A2B0CA6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15108-7880-4245-A5EC-79BBC27D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A98F3-3A8C-4FC3-A415-C16862CF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CBE89-FB81-410A-92AC-392395E2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CC78D-23AF-4282-BF74-17E03469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2582A-2688-471B-9375-0B99C365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35D83-8D26-4541-9757-677FEC54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9A6B2-09A3-4D1A-AE22-9E73308D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218F3-5703-4E90-AE1D-4086D0B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66AD6-A348-4D8B-AF2A-352382E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C897A-37FF-4E31-AF8F-24F52E96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D3132-4E53-403C-AB8A-FD10DBCD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51C71-8A6D-4B89-9986-6BFC21E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8B1F2-D3E5-4DE0-9808-82B26CD3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EFAB2-7A81-4AA1-B837-53F6D71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CA484-DF6D-4D3B-92D9-55B3E91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36441-5D4F-4975-BD0C-0F9D30EC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1BCCA-48F0-4C1F-9059-DD8C3891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5D856-A53E-4D07-A23E-9107A482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0F48B7-B6A4-4F17-BCC1-A17B07E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DF8B7-FF9B-4EFD-A6FB-AD2A586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D165D-CDB1-4CBF-8A73-F7600FEA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F220B3-EE8B-42CC-B7A0-708DBE10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71FE8D-1A78-4991-9A6E-E9706DC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CD4A0-E075-4CA7-BCFF-5FDB5A47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12 / 展望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6B172-FF43-43E5-83B6-B194C0C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2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LLM Building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6F0F3B-B91E-4173-86CA-C1175CF4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NEXT STEPS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931004-1CEB-4140-A199-81DFD7F9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框架已经跑通，后续重点是把 Agent 的能力做深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B91F0A-3A9A-4523-BF0D-5BFB0254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当前版本解决“有框架、能运行、能展示”；之后继续丰富技能、工具和自我迭代。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C57325-5CC3-42A8-8C90-8321C1F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c2ece9e544d2f">
            <a:extLst>
              <a:ext uri="{96DAC541-7B7A-43D3-8B79-37D633B846F1}">
                <asvg:svgBlip xmlns:asvg="http://schemas.microsoft.com/office/drawing/2016/SVG/main" r:embed="R74974071f61f46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2152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DBE99-F009-48D8-8636-0B0820C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1314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更丰富的 skills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8290EF-AFFD-4336-A544-FAD90CDD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中式园林、赛博建筑、校园建筑、功能建筑模板。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CF69DB-1010-4DCC-A563-A77D543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9331E2-6750-4B14-B90C-E9263E6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431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4010E1-196F-4A85-9466-98A1A4FB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3578b20234328">
            <a:extLst>
              <a:ext uri="{96DAC541-7B7A-43D3-8B79-37D633B846F1}">
                <asvg:svgBlip xmlns:asvg="http://schemas.microsoft.com/office/drawing/2016/SVG/main" r:embed="R35f9d73ccbba4f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90850" y="2152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AFBEF3-E326-437B-B573-893CB43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52650"/>
            <a:ext cx="1314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更强建筑算法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0C8944-AED3-4A6F-885C-0777BD3A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376B5B"/>
                </a:solidFill>
                <a:latin typeface="Microsoft YaHei"/>
                <a:ea typeface="Microsoft YaHei"/>
                <a:cs typeface="Microsoft YaHei"/>
              </a:rPr>
              <a:t>复杂 footprint、体素占用图、碰撞检测、对称和采光约束。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B86F51-7E3B-4E1F-9C43-BD5CA04E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63F697-A15F-49F4-B4E3-C72FFB61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B35D65-0895-4212-B377-147D0D21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383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690b354aa45df">
            <a:extLst>
              <a:ext uri="{96DAC541-7B7A-43D3-8B79-37D633B846F1}">
                <asvg:svgBlip xmlns:asvg="http://schemas.microsoft.com/office/drawing/2016/SVG/main" r:embed="R83d5520ad54d41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81600" y="2152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48F0C7-3489-4AB2-8131-EACCAD16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52650"/>
            <a:ext cx="1314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真实 MCP 工具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6C613B-A684-4F2A-8FC0-FCA0857D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E8FA3"/>
                </a:solidFill>
                <a:latin typeface="Microsoft YaHei"/>
                <a:ea typeface="Microsoft YaHei"/>
                <a:cs typeface="Microsoft YaHei"/>
              </a:rPr>
              <a:t>block_catalog / style_knowledge / blueprint_preview / world_export。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F5069A-4C7A-447D-B9CD-D36E5A3C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0AA6BD-5D53-4AD1-B8C2-04B48555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431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E778AE-47FE-4E77-8BE4-8C800BA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4cb7e96ee46aa">
            <a:extLst>
              <a:ext uri="{96DAC541-7B7A-43D3-8B79-37D633B846F1}">
                <asvg:svgBlip xmlns:asvg="http://schemas.microsoft.com/office/drawing/2016/SVG/main" r:embed="R082eaebf492740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72350" y="2152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8B142E-2D4D-4D2E-8A0E-972DCC7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1314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多轮自我修正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D9FA62-EA5C-4A5C-8F1B-FB63EE86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B7563C"/>
                </a:solidFill>
                <a:latin typeface="Microsoft YaHei"/>
                <a:ea typeface="Microsoft YaHei"/>
                <a:cs typeface="Microsoft YaHei"/>
              </a:rPr>
              <a:t>Critic -&gt; Repair 多轮迭代，并把问题写回设计参数。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CCC1BD-89FB-49C5-876E-D35A202B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338C8A-E2D0-4ADD-B54D-D87BDA04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431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E2C8B2-79DD-430C-B9E2-33C856D1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383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2e8d0b0084d8e">
            <a:extLst>
              <a:ext uri="{96DAC541-7B7A-43D3-8B79-37D633B846F1}">
                <asvg:svgBlip xmlns:asvg="http://schemas.microsoft.com/office/drawing/2016/SVG/main" r:embed="R7d9d14f75df44b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63100" y="2152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B7C7F9-E8C1-462B-94A2-6BD0951B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52650"/>
            <a:ext cx="1314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Minecraft 实时控制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4C5193-E50E-4BB9-923D-F305EB0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接入 Mineflayer 或世界状态读取，让 Agent 感知现场。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4D0DCF-32DE-4CEE-B156-B487C008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64B8FC-0686-4EB3-A6EB-80BB8DAE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6A0878-5545-447A-BAA0-255C7DEA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866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最后一句话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1926AB-C7B9-4BB4-B767-939D3357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866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这个项目最重要的亮点不是“生成了一栋房子”，而是把 LLM、skill、工具调用和程序化生成组织成一个可扩展的 Minecraft 建筑智能体框架。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2AA120-E833-4680-B161-EBAD6B92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后续内容越丰富，主流程不需要推翻：只要持续增加 skill、MCP 工具和修正策略。</a:t>
            </a:r>
          </a:p>
        </p:txBody>
      </p:sp>
    </p:spTree>
    <p:extLst>
      <p:ext uri="{BB962C8B-B14F-4D97-AF65-F5344CB8AC3E}">
        <p14:creationId xmlns:p14="http://schemas.microsoft.com/office/powerpoint/2010/main" val="201938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2026-06-09T08:28:58.2770000Z</dcterms:created>
  <dcterms:modified xsi:type="dcterms:W3CDTF">2026-06-09T08:28:58.2770000Z</dcterms:modified>
</coreProperties>
</file>